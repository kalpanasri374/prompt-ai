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2103120"/>
            <a:ext cx="5669280" cy="5669280"/>
          </a:xfrm>
          <a:prstGeom prst="ellipse">
            <a:avLst/>
          </a:prstGeom>
          <a:solidFill>
            <a:srgbClr val="EEF0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97680"/>
            <a:ext cx="4572000" cy="4572000"/>
          </a:xfrm>
          <a:prstGeom prst="ellipse">
            <a:avLst/>
          </a:prstGeom>
          <a:solidFill>
            <a:srgbClr val="EEF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GUIDE  ·  SEPTEMBER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Text: Image, Video &amp; the AI Models You Didn't Know Existed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0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Midjourney to world-building AI — a tour of generative models beyond the chatbot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generators · Video generators · Music, voice &amp; 3D · World models · Computer-use agents · Science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Generators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Midjourney, GPT Image, FLUX, Gemini, Ideogram — with example prompts.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2920" y="178308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10" name="Text 8"/>
          <p:cNvSpPr/>
          <p:nvPr/>
        </p:nvSpPr>
        <p:spPr>
          <a:xfrm>
            <a:off x="4541520" y="196596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Generators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1520" y="251460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Sora, Veo, Runway, Kling, Pika — text becomes moving pictures.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7200" y="178308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13" name="Text 11"/>
          <p:cNvSpPr/>
          <p:nvPr/>
        </p:nvSpPr>
        <p:spPr>
          <a:xfrm>
            <a:off x="8305800" y="196596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Gems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5800" y="251460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models, computer-use agents, music, voice, 3D, and science AI.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0624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→ Output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for every category, so you see exactly how it works.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2920" y="402336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19" name="Text 17"/>
          <p:cNvSpPr/>
          <p:nvPr/>
        </p:nvSpPr>
        <p:spPr>
          <a:xfrm>
            <a:off x="4541520" y="420624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vs. Paid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41520" y="475488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try for free, and what needs a subscription or API key.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77200" y="402336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22" name="Text 20"/>
          <p:cNvSpPr/>
          <p:nvPr/>
        </p:nvSpPr>
        <p:spPr>
          <a:xfrm>
            <a:off x="8305800" y="420624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Access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05800" y="475488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actually go to use each one, starting today.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1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2103120"/>
            <a:ext cx="5669280" cy="566928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9768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Generators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0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sentence into a picture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Leading Image Generators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94560"/>
                <a:gridCol w="3657600"/>
                <a:gridCol w="23774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Maker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Known For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Midjourney V8.1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Midjourney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Art direction, mood, cinematic imagery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Discord / web app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GPT Image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OpenAI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Prompt-following, in-chat editing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ChatGPT /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Gemini (Nano Banana) 3 Pro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Google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Complex scenes up to 4K, fast edits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Gemini app /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FLUX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Black Forest Labs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Open-weight quality leader, controllable output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/ self-hosted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Ideogram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Ideogram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Reliable text/typography inside images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Web app /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Adobe Firefly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Adobe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Native Photoshop/Illustrator integration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Adobe apps /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Recraft V4.1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Recraft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Commercial design &amp; brand-ready graphics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Web app /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Generator: Prompt → Picture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models turn a written description into a fully rendered picture in seconds. The more specific the prompt — subject, style, lighting, mood — the more controlled the result.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EEF0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14016"/>
            <a:ext cx="64008" cy="187452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70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980944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 cozy South Indian filter coffee stall at dawn, steam rising from a tumbler, warm golden light, cinematic photography, shallow depth of field”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2551176"/>
            <a:ext cx="0" cy="1600200"/>
          </a:xfrm>
          <a:prstGeom prst="line">
            <a:avLst/>
          </a:prstGeom>
          <a:noFill/>
          <a:ln w="12700">
            <a:solidFill>
              <a:srgbClr val="3730A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17220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2980944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photorealistic close-up image: a stainless steel davara-tumbler set with visible steam, blurred warm-lit street stall in the background, soft golden-hour lighting.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EEF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489704"/>
            <a:ext cx="64008" cy="187452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457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056632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“Minimalist flat-design poster for an AI workshop, bold geometric shapes, indigo and amber palette, large clean typography”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0" y="4626864"/>
            <a:ext cx="0" cy="1600200"/>
          </a:xfrm>
          <a:prstGeom prst="line">
            <a:avLst/>
          </a:prstGeom>
          <a:noFill/>
          <a:ln w="12700">
            <a:solidFill>
              <a:srgbClr val="3730A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5056632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vector-style poster: bold circular and triangular shapes in indigo/amber, generous white space, large sans-serif headline text, print-ready layout.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2103120"/>
            <a:ext cx="5669280" cy="566928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9768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Generators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0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sentence into a moving scene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Leading Video Generators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3840480"/>
                <a:gridCol w="24688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Maker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Known For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Sora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OpenAI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Prompt adherence, creative coherence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Sora app /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Veo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Google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Synchronized audio + realistic physics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Gemini / Flow app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Runway Gen-4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Runway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Motion &amp; camera control for professionals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Web app /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Kling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Kuaishou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Strong quality-per-dollar, accessible pricing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Web app /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Pika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Pika Labs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Fast, social-first short clips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Web app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Luma Dream Machine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Luma 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Lower-cost everyday video generation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Web app /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24865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models now generate native synchronized sound and support basic camera/motion direction — but multi-shot consistency and exact text rendering remain hard.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Generator: Prompt → Clip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models generate a short clip — typically 5–20 seconds — complete with camera motion and, increasingly, matching sound, directly from a text description.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EEF0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14016"/>
            <a:ext cx="64008" cy="187452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70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980944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“Drone shot slowly rising over a misty tea plantation in the hills at sunrise, birds flying past, soft ambient sound, cinematic”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2551176"/>
            <a:ext cx="0" cy="1600200"/>
          </a:xfrm>
          <a:prstGeom prst="line">
            <a:avLst/>
          </a:prstGeom>
          <a:noFill/>
          <a:ln w="12700">
            <a:solidFill>
              <a:srgbClr val="BE185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17220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2980944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10-second aerial clip: smooth upward camera glide over green terraced hills, mist drifting, warm sunrise light, ambient bird calls synced to the visual.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EEF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489704"/>
            <a:ext cx="64008" cy="187452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457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056632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 robot barista pouring coffee in a futuristic café, steam and light reflections, slow-motion, close-up”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0" y="4626864"/>
            <a:ext cx="0" cy="1600200"/>
          </a:xfrm>
          <a:prstGeom prst="line">
            <a:avLst/>
          </a:prstGeom>
          <a:noFill/>
          <a:ln w="12700">
            <a:solidFill>
              <a:srgbClr val="BE185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5056632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slow-motion close-up clip: articulated robot arm tilting a kettle, visible steam and liquid physics, soft neon reflections on chrome surfaces.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2103120"/>
            <a:ext cx="5669280" cy="566928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9768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You Probably Didn't Know Existed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0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goes far beyond chat and pictures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· GENIE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Models: AI That Builds Playable Worlds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3 generates an entire interactive, explorable 3D environment from a text prompt — you can walk around inside it in real time at 24fps, and it remembers what you've already explored for about a minute.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EEF0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14016"/>
            <a:ext cx="64008" cy="1874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70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980944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“First-person view navigating difficult terrain in a volcanic area, lava flows, rock formations, smoke”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2551176"/>
            <a:ext cx="0" cy="1600200"/>
          </a:xfrm>
          <a:prstGeom prst="line">
            <a:avLst/>
          </a:prstGeom>
          <a:noFill/>
          <a:ln w="12700">
            <a:solidFill>
              <a:srgbClr val="16A34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17220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2980944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explorable scene: a vehicle traversing rocky volcanic ground, visible lava glow and drifting smoke, consistent as you steer through it.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EEF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489704"/>
            <a:ext cx="64008" cy="1874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457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056632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“Exploring the palace of Knossos as it would have stood in its glorious heyday”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0" y="4626864"/>
            <a:ext cx="0" cy="1600200"/>
          </a:xfrm>
          <a:prstGeom prst="line">
            <a:avLst/>
          </a:prstGeom>
          <a:noFill/>
          <a:ln w="12700">
            <a:solidFill>
              <a:srgbClr val="16A34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5056632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navigable reconstruction of the ancient Minoan palace — painted columns, courtyards and frescoes you can walk through as an interactive space.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&amp; OPENAI · COMPUTER-USE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Computer-Use Agents: AI That Operates Your Screen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Computer Use and OpenAI's Operator/ChatGPT Agent let an AI model see your screen (via screenshots) and actually control the mouse and keyboard — working in any app, even ones with no API.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51860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EEF0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451860"/>
            <a:ext cx="64008" cy="187452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078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018788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“Research these five companies and compile a comparison spreadsheet.”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589020"/>
            <a:ext cx="0" cy="1600200"/>
          </a:xfrm>
          <a:prstGeom prst="line">
            <a:avLst/>
          </a:prstGeom>
          <a:noFill/>
          <a:ln w="12700">
            <a:solidFill>
              <a:srgbClr val="3730A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172200" y="37078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4018788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opens a browser, searches and reads each company's site, opens a spreadsheet app, and fills in a formatted comparison table — fully autonomously.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· ALPHAFOLD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 AI: Predicting the Shape of Life Itself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predicts a protein's precise 3D shape directly from its amino-acid sequence — work that used to take a research lab a year or more, now done in minutes, accelerating drug discovery worldwide.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51860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EEF0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451860"/>
            <a:ext cx="64008" cy="187452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078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018788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the amino-acid sequence of apoB100, a protein central to heart disease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589020"/>
            <a:ext cx="0" cy="1600200"/>
          </a:xfrm>
          <a:prstGeom prst="line">
            <a:avLst/>
          </a:prstGeom>
          <a:noFill/>
          <a:ln w="12700">
            <a:solidFill>
              <a:srgbClr val="BE185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172200" y="37078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4018788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detailed atomic-level 3D structure, letting researchers design new cholesterol-lowering heart therapies without years of lab experiments.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THERE'S MORE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Music, Voice &amp; 3D: The Rest of the Toolkit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HIDDEN GEMS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20240"/>
            <a:ext cx="457200" cy="45720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53312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— Suno &amp; Udio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“Upbeat Tamil-fusion pop song about starting a new journey, female vocals” → Produces a full song with vocals, lyrics and instrumentation in under a minute.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1920240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22592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— ElevenLabs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248716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type any script → Produces natural-sounding speech in a chosen voice, or clones a real voice from a short sample. Used in audiobooks, dubbing, games.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16052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53312" y="4142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— Meshy, Tripo, Luma Genie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472744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“a weathered leather backpack, game-ready” → Produces a textured 3D model file, ready to drop into a game engine or 3D printer.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97764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9088" y="41605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22592" y="4142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— Cartesia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46520" y="472744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near-zero-latency voice synthesis — the kind of speed needed for live voice assistants and real-time translation.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COSTS WHAT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vs. Paid, Across the 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05965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0596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3108960" cy="1177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exist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6949440" cy="1177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image tools (Gemini, Ideogram, Recraft) and some video tools (Kling, Pika) offer limited free generations to try before you pay.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83255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8325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868930"/>
            <a:ext cx="3108960" cy="1177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~$10–$30/month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2868930"/>
            <a:ext cx="6949440" cy="1177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entry subscription for Midjourney, most video tools, ElevenLabs, and Suno — for regular personal use.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60545"/>
            <a:ext cx="548640" cy="54864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6054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046220"/>
            <a:ext cx="3108960" cy="1177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Pay-per-generation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3440" y="4046220"/>
            <a:ext cx="6949440" cy="1177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app on top of these? Most offer APIs priced per image/second-of-video/word — no subscription needed.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537835"/>
            <a:ext cx="548640" cy="54864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53783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223510"/>
            <a:ext cx="3108960" cy="1177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previews are often free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63440" y="5223510"/>
            <a:ext cx="6949440" cy="1177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3, AlphaFold, and similar research models are frequently free (with limits) or open for non-commercial/academic use.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Actually Go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20240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53312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Video Apps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midjourney.com · chatgpt.com · gemini.google.com · sora.com · runwayml.com · klingai.com — sign up, start generating.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1920240"/>
            <a:ext cx="457200" cy="45720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22592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APIs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248716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 · ai.google.dev · blackforestlabs.ai · elevenlabs.io — for building these into your own apps.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16052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53312" y="4142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Previews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472744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3 and AlphaFold are accessed via DeepMind's research programs and academic partnerships — not yet everyday consumer products.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97764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9088" y="41605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22592" y="4142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Self-Hosting (Open)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46520" y="472744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and other open-weight models can run on your own GPU via Hugging Face or ComfyUI — full control, no per-generation cost.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Cheat Sheet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2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Image, Video &amp; Hidden AI Models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004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Try These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Free to Start?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Image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Midjourney, GPT Image, FLUX, Gemini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Yes (Gemini, FLUX demos)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Video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Sora, Veo, Kling, Pika, Runway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Yes (Kling, Pika limited)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Music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Suno, Udio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Yes (limited free songs)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Voice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ElevenLabs, Cartesia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Yes (limited free minutes)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3D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Meshy, Tripo, Luma Genie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Yes (limited free credits)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World Models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Genie 3 (DeepMind)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Research preview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Computer-Use Agents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Claude Computer Use, Operator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Included in Pro plans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Science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AlphaFold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Free for research use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2103120"/>
            <a:ext cx="5669280" cy="5669280"/>
          </a:xfrm>
          <a:prstGeom prst="ellipse">
            <a:avLst/>
          </a:prstGeom>
          <a:solidFill>
            <a:srgbClr val="EEF0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97680"/>
            <a:ext cx="4572000" cy="4572000"/>
          </a:xfrm>
          <a:prstGeom prst="ellipse">
            <a:avLst/>
          </a:prstGeom>
          <a:solidFill>
            <a:srgbClr val="EEF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IS WIDER THAN YOU THINK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Models Are Just the Beginning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video, music, voice, 3D worlds, science, and AI that controls a computer for you — all of it is one prompt away today.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prompts — actual outputs vary by tool and version. Data compiled September 2026.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Text: Image, Video &amp; Hidden AI Models</dc:title>
  <dc:subject>PptxGenJS Presentation</dc:subject>
  <dc:creator>Mohan Sivaraman</dc:creator>
  <cp:lastModifiedBy>Mohan Sivaraman</cp:lastModifiedBy>
  <cp:revision>1</cp:revision>
  <dcterms:created xsi:type="dcterms:W3CDTF">2026-09-16T10:58:51Z</dcterms:created>
  <dcterms:modified xsi:type="dcterms:W3CDTF">2026-09-16T10:58:51Z</dcterms:modified>
</cp:coreProperties>
</file>